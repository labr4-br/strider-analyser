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STRIDE Analyser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F46E5"/>
                </a:solidFill>
                <a:latin typeface="Calibri"/>
              </a:defRPr>
            </a:pPr>
            <a:r>
              <a:t>Modelagem de Ameaças com IA Generativa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Análise automatizada STRIDE + MITRE ATT&amp;CK +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FIAP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70%</a:t>
            </a:r>
            <a:r>
              <a:rPr sz="2000">
                <a:solidFill>
                  <a:srgbClr val="FFFFFF"/>
                </a:solidFill>
                <a:latin typeface="Calibri"/>
              </a:rPr>
              <a:t> das vulnerabilidades nascem no design — não no código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Horas</a:t>
            </a:r>
            <a:r>
              <a:rPr sz="2000">
                <a:solidFill>
                  <a:srgbClr val="FFFFFF"/>
                </a:solidFill>
                <a:latin typeface="Calibri"/>
              </a:rPr>
              <a:t> de trabalho manual para criar threat models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Desconexão</a:t>
            </a:r>
            <a:r>
              <a:rPr sz="2000">
                <a:solidFill>
                  <a:srgbClr val="FFFFFF"/>
                </a:solidFill>
                <a:latin typeface="Calibri"/>
              </a:rPr>
              <a:t> entre diagrama e análise de segurança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Falta</a:t>
            </a:r>
            <a:r>
              <a:rPr sz="2000">
                <a:solidFill>
                  <a:srgbClr val="FFFFFF"/>
                </a:solidFill>
                <a:latin typeface="Calibri"/>
              </a:rPr>
              <a:t> de mapeamento com frameworks (MITRE, OWASP, LGPD)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Sem priorização</a:t>
            </a:r>
            <a:r>
              <a:rPr sz="2000">
                <a:solidFill>
                  <a:srgbClr val="FFFFFF"/>
                </a:solidFill>
                <a:latin typeface="Calibri"/>
              </a:rPr>
              <a:t> — todas as ameaças parecem iguais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45720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7185"/>
                </a:solidFill>
                <a:latin typeface="Calibri"/>
              </a:defRPr>
            </a:pPr>
            <a:r>
              <a:t>Processo Tradicional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9202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1. Engenheiro desenha diagrama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1945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2. Equipe de segurança revisa manualmente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688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3. Relatório em planilha (dias depois)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743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4. Sem rastreabilidade MITRE/compliance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0175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5. Sem priorização objetiva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2918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132320" y="35661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Lento, subjetivo, inconsistente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Nossa Abordagem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7373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Diagrama de</a:t>
            </a:r>
            <a:br/>
            <a:r>
              <a:t>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828800"/>
            <a:ext cx="17373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331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Visão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Análise multimodal</a:t>
            </a:r>
            <a:br/>
            <a:r>
              <a:t>do diagrama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17373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31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Validação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Human-in-the-loop</a:t>
            </a:r>
            <a:br/>
            <a:r>
              <a:t>confirmação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17373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718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31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7185"/>
                </a:solidFill>
                <a:latin typeface="Calibri"/>
              </a:defRPr>
            </a:pPr>
            <a:r>
              <a:t>STRIDE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 categorias</a:t>
            </a:r>
            <a:br/>
            <a:r>
              <a:t>+ ameaças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828800"/>
            <a:ext cx="17373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331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Enriquecer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MITRE ATT&amp;CK</a:t>
            </a:r>
            <a:br/>
            <a:r>
              <a:t>+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1828800"/>
            <a:ext cx="17373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2331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Priorizar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Matriz Eisenhower</a:t>
            </a:r>
            <a:br/>
            <a:r>
              <a:t>+ Risk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Chat com o Agente → perguntas sugeridas, ferramentas de busca, download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Arquitetura Técnica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Frontend: React 18 + Vite + Tailwind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Backend: Express +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Graph: LangGraph StateGraph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AI: Vercel AI SDK 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LLM: GPT-4o / Claude (configurável)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Schemas: Zod (shared package)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PDF: PDFKit (relatório branded)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Monorepo: npm workspaces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34747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LangGraph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understand_architecture (vision)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60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human_validation (interrupt)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stride_analysis (streamObject)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83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↓  ↓  ↓  (fan-out paralelo)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57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enrich | eisenhower |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↓  ↓  ↓  (fan-in)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chat (ReAct agent + tools)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463040"/>
            <a:ext cx="34747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Diferenciais Técnicos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Structured Output (Zod → JSON)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Streaming SSE em tempo 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60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Human-in-the-loop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Fan-out parallelization (3 nós)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ReAct Agent com 4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383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Risk Matrix 5×5 interativa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57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Matriz Eisenhower de 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MITRE ATT&amp;CK + 4 frameworks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Por que LLM e não Dataset/Modelo Treinado?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7185"/>
                </a:solidFill>
                <a:latin typeface="Calibri"/>
              </a:defRPr>
            </a:pPr>
            <a:r>
              <a:t>Modelo Treinado — 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Requer dataset rotulado de diagramas (escasso/inexistente)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Não generaliza para arquiteturas inéditas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Atualização cara: novas técnicas MITRE = re-treino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Saída rígida, sem raciocínio explicativo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LLM Generativa — Vantagens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Visão multimodal: entende qualquer diagrama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Raciocínio em cadeia: STRIDE → MITRE →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Zero-shot: funciona sem dataset prévio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Structured Output: JSON tipado via Zod schemas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Atualizável: novo prompt = novo framework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5303520" cy="4663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Nossa Justificativa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"A modelagem de ameaças é um problema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raciocínio sobre arquitetura, não 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classificação de padrões."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34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92240" y="3108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LLMs são superiores porque: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83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Entendem contexto arquitetural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Geram análises explicáveis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931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Mapeiam para múltiplos frameworks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Adaptam-se a novos cenários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80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Human-in-the-loop = confiança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Diferenciais Competitivos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MITRE ATT&amp;CK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Cada ameaça mapeada para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técnica + tática MITRE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4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LGPD, OWASP Top 10,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ISO 27001, PCI-DSS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Validação humana 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 análise STRIDE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Paralelização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Fan-out de 3 nós: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enrich + prioritize + questions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2336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7185"/>
                </a:solidFill>
                <a:latin typeface="Calibri"/>
              </a:defRPr>
            </a:pPr>
            <a:r>
              <a:t>Chat Inteligente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72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ReAct agent com 4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 perguntas sugeridas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02336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Calibri"/>
              </a:defRPr>
            </a:pPr>
            <a:r>
              <a:t>Relatório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572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Download branded 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logo FIAP e formatação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STRIDE Analyser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F46E5"/>
                </a:solidFill>
                <a:latin typeface="Calibri"/>
              </a:defRPr>
            </a:pPr>
            <a:r>
              <a:t>De diagrama a relatório de segurança em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github.com/luisalbertbraga/fiap_stride_analyse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D4BF"/>
                </a:solidFill>
                <a:latin typeface="Calibri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